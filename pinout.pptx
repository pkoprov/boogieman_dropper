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97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A76AC-D921-3C1A-5C08-16FE6F5BE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8CA0E-F003-188B-C267-A6AC426E3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1D285-03DF-3B69-58D5-0191CC4A0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FD24-BDDC-41AC-A21E-4956F1B515D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7C27A-3605-CD07-99C9-62E5051BE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EB920-E0AD-23D7-3CEE-DB084A4F3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7C73-43B7-45D9-8F5B-71EAE7D6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62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A4AA3-3AD4-69C5-F0F8-DD9568AC4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BF64C-58AC-7428-78B9-8BDBA64C4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4511E-642A-5EAD-FBC8-23D8BDF7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FD24-BDDC-41AC-A21E-4956F1B515D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87557-BDD9-B459-5973-4296F4CC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43BBE-6845-E313-DE39-03D72BCB4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7C73-43B7-45D9-8F5B-71EAE7D6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49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65C93-B9E0-E6D8-F9A6-8305E5B0F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26834-DB4D-986A-E4D7-490437D76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E8690-E010-A823-AA70-A2BBC2762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FD24-BDDC-41AC-A21E-4956F1B515D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C0F60-FF1F-A1DE-7F3C-1739A7790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E332A-089A-0376-81A1-DA214C164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7C73-43B7-45D9-8F5B-71EAE7D6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25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13F0-CD34-6BE7-DC9B-07BCA9D0E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BFF1-83A7-307B-3EF0-726EB6820E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F88AC-6DCE-7975-3BC4-E6367290B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96E63-0CF5-42AF-5067-9A8E7ED9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FD24-BDDC-41AC-A21E-4956F1B515D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C2BB1-959E-8975-BFED-5C629476D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FD2EB-2FB0-1778-63FA-5CAF9510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7C73-43B7-45D9-8F5B-71EAE7D6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6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800A1-20B4-6473-3013-2F169B77F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13CD7-715C-8FE3-F476-9AC973724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DF898-475E-7C02-BF0C-7C7206BCC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ECC92A-D277-9BB4-75CB-F6FBED531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6A6B69-4185-404D-5BB3-CD7AB65955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E5030A-E758-114B-4160-0DF096E32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FD24-BDDC-41AC-A21E-4956F1B515D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40818D-D647-BEE4-966B-87CEB5BCF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81FF31-A4E2-236C-9AA5-F65BFA722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7C73-43B7-45D9-8F5B-71EAE7D6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9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53F7-5222-9189-49F2-7213518A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E078C8-3061-7CCC-5457-1257DD5E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FD24-BDDC-41AC-A21E-4956F1B515D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81518-5D06-9D8D-A4F7-F00F1CC4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DF842-CDC4-F425-5A96-64D58D084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7C73-43B7-45D9-8F5B-71EAE7D6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82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880B94-2B5D-7F64-A9F6-CE24A307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FD24-BDDC-41AC-A21E-4956F1B515D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1DC0E5-881F-4F6A-C157-1EE17258B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CE7D3-ACCE-3C8A-656B-89AC80A54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7C73-43B7-45D9-8F5B-71EAE7D6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59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56E96-4C85-EC02-337E-0C61D7539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01DA1-4780-9E10-3041-350E7A63D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C292A-B6C9-55D4-B046-A2C9769FA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68DEB-BA25-3581-7958-7E117085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FD24-BDDC-41AC-A21E-4956F1B515D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938DA-3BBC-73C0-FE44-8DCCD274B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34CAC-B99E-AED0-FEF3-8F1DA2E9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7C73-43B7-45D9-8F5B-71EAE7D6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03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DE64-3046-86E6-F8CE-1186D90C9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29C89F-0E5C-E4AC-C73D-0D4B98C66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CFCA4-BCB2-DC7F-A5C1-2D8AE3D64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BFDEE-57F3-53D7-16A7-C2EBBA3BD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FD24-BDDC-41AC-A21E-4956F1B515D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2C38B-80F1-7013-142D-6A1AC5F6B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82BA6-C173-EB6D-1152-E9F6670A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7C73-43B7-45D9-8F5B-71EAE7D6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73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3676-38F8-08D6-71B4-1495F8F78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50B43-B2E1-856F-9C29-223AD614A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6E0A-F568-04A4-D8FA-36BCDDBFF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FD24-BDDC-41AC-A21E-4956F1B515D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132E4-D81D-B29B-A2E0-13FDADD6D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30FE1-185C-625C-EBFD-36B2F92F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7C73-43B7-45D9-8F5B-71EAE7D6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7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FD3DD0-E123-E9DC-9198-667CAB5B0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C309B-CB44-2CAE-9526-B721A228A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45EDB-AFEC-F31B-4192-7EF860B6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FD24-BDDC-41AC-A21E-4956F1B515D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CFA83-3E95-81BE-FF0B-96104A552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FCCE8-7A23-5B79-F93D-A8EDDE1D2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77C73-43B7-45D9-8F5B-71EAE7D6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4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0966E3-D282-23FD-C1A1-A85F505B9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9E829-3773-BC8E-EEB8-9F32EA80A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8CE13-6C46-A427-9AC6-E095D62836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CFD24-BDDC-41AC-A21E-4956F1B515D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4CF9D-7494-0EA2-A3E7-5656F23E1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CC805-A64C-9BFC-6767-C7655A610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C77C73-43B7-45D9-8F5B-71EAE7D6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52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1k Ohm">
            <a:extLst>
              <a:ext uri="{FF2B5EF4-FFF2-40B4-BE49-F238E27FC236}">
                <a16:creationId xmlns:a16="http://schemas.microsoft.com/office/drawing/2014/main" id="{5A9CD2BB-D895-EFBF-D898-BA606E2E6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14267">
            <a:off x="2047949" y="2639621"/>
            <a:ext cx="812272" cy="812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EFAF990-3831-1F3F-942B-11CEFE5433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84" t="5882" r="36305" b="29902"/>
          <a:stretch>
            <a:fillRect/>
          </a:stretch>
        </p:blipFill>
        <p:spPr bwMode="auto">
          <a:xfrm>
            <a:off x="5486399" y="2069092"/>
            <a:ext cx="1593476" cy="2018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rvomotor Tower Pro MG995 - SANDOROBOTICS">
            <a:extLst>
              <a:ext uri="{FF2B5EF4-FFF2-40B4-BE49-F238E27FC236}">
                <a16:creationId xmlns:a16="http://schemas.microsoft.com/office/drawing/2014/main" id="{21F0221D-E091-E449-D310-91480DA368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95" t="24509" r="44987" b="31079"/>
          <a:stretch>
            <a:fillRect/>
          </a:stretch>
        </p:blipFill>
        <p:spPr bwMode="auto">
          <a:xfrm>
            <a:off x="8303559" y="181536"/>
            <a:ext cx="3072653" cy="3045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G996R Servo Motor (Digital) Servo Motors TowerPro | JSumo.com">
            <a:extLst>
              <a:ext uri="{FF2B5EF4-FFF2-40B4-BE49-F238E27FC236}">
                <a16:creationId xmlns:a16="http://schemas.microsoft.com/office/drawing/2014/main" id="{BE6EBD76-00F9-DCF1-59AF-7E30B30CF5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61" t="3711" r="9264" b="3438"/>
          <a:stretch>
            <a:fillRect/>
          </a:stretch>
        </p:blipFill>
        <p:spPr bwMode="auto">
          <a:xfrm>
            <a:off x="8155641" y="3281082"/>
            <a:ext cx="3570194" cy="344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B1421C-6474-773B-DC3F-55A94D366BA3}"/>
              </a:ext>
            </a:extLst>
          </p:cNvPr>
          <p:cNvCxnSpPr>
            <a:cxnSpLocks/>
          </p:cNvCxnSpPr>
          <p:nvPr/>
        </p:nvCxnSpPr>
        <p:spPr>
          <a:xfrm>
            <a:off x="6857998" y="3556746"/>
            <a:ext cx="1297643" cy="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0C0C86-8E91-1B09-C580-CA8C94E86DE1}"/>
              </a:ext>
            </a:extLst>
          </p:cNvPr>
          <p:cNvCxnSpPr>
            <a:cxnSpLocks/>
          </p:cNvCxnSpPr>
          <p:nvPr/>
        </p:nvCxnSpPr>
        <p:spPr>
          <a:xfrm flipV="1">
            <a:off x="8148917" y="2830606"/>
            <a:ext cx="0" cy="732864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6F44B3-CC15-10A1-3CF9-C75F5F191423}"/>
              </a:ext>
            </a:extLst>
          </p:cNvPr>
          <p:cNvCxnSpPr>
            <a:cxnSpLocks/>
          </p:cNvCxnSpPr>
          <p:nvPr/>
        </p:nvCxnSpPr>
        <p:spPr>
          <a:xfrm>
            <a:off x="8148917" y="2835088"/>
            <a:ext cx="699248" cy="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8A7B2D-D080-2342-6772-A72D0461BD25}"/>
              </a:ext>
            </a:extLst>
          </p:cNvPr>
          <p:cNvCxnSpPr>
            <a:cxnSpLocks/>
          </p:cNvCxnSpPr>
          <p:nvPr/>
        </p:nvCxnSpPr>
        <p:spPr>
          <a:xfrm>
            <a:off x="6857998" y="3769658"/>
            <a:ext cx="129764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373F10-E029-4A98-4F87-2FB9682D303B}"/>
              </a:ext>
            </a:extLst>
          </p:cNvPr>
          <p:cNvCxnSpPr>
            <a:cxnSpLocks/>
          </p:cNvCxnSpPr>
          <p:nvPr/>
        </p:nvCxnSpPr>
        <p:spPr>
          <a:xfrm>
            <a:off x="8148917" y="3776382"/>
            <a:ext cx="6724" cy="640977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546FAF-99BE-95C4-E0EF-7FC8069994E2}"/>
              </a:ext>
            </a:extLst>
          </p:cNvPr>
          <p:cNvCxnSpPr>
            <a:cxnSpLocks/>
          </p:cNvCxnSpPr>
          <p:nvPr/>
        </p:nvCxnSpPr>
        <p:spPr>
          <a:xfrm>
            <a:off x="8148917" y="4426323"/>
            <a:ext cx="699248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034" name="Picture 10" descr="How HC-SR04 Ultrasonic Sensor Works &amp; How to Interface It With Arduino">
            <a:extLst>
              <a:ext uri="{FF2B5EF4-FFF2-40B4-BE49-F238E27FC236}">
                <a16:creationId xmlns:a16="http://schemas.microsoft.com/office/drawing/2014/main" id="{B79A5923-F30B-0888-CFA5-4D80649081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603"/>
          <a:stretch>
            <a:fillRect/>
          </a:stretch>
        </p:blipFill>
        <p:spPr bwMode="auto">
          <a:xfrm>
            <a:off x="562535" y="702048"/>
            <a:ext cx="3619500" cy="182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D15FE4-2DE7-D232-7EF4-FDFEFBE7E0CE}"/>
              </a:ext>
            </a:extLst>
          </p:cNvPr>
          <p:cNvCxnSpPr>
            <a:cxnSpLocks/>
          </p:cNvCxnSpPr>
          <p:nvPr/>
        </p:nvCxnSpPr>
        <p:spPr>
          <a:xfrm>
            <a:off x="2250139" y="3776382"/>
            <a:ext cx="337521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02992C5-1C32-F886-EE0F-D81658C89F1C}"/>
              </a:ext>
            </a:extLst>
          </p:cNvPr>
          <p:cNvCxnSpPr>
            <a:cxnSpLocks/>
          </p:cNvCxnSpPr>
          <p:nvPr/>
        </p:nvCxnSpPr>
        <p:spPr>
          <a:xfrm flipV="1">
            <a:off x="2263587" y="2069092"/>
            <a:ext cx="0" cy="170729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27E8CDA-AC26-99D8-1BDD-BE33432BC2BE}"/>
              </a:ext>
            </a:extLst>
          </p:cNvPr>
          <p:cNvCxnSpPr>
            <a:cxnSpLocks/>
          </p:cNvCxnSpPr>
          <p:nvPr/>
        </p:nvCxnSpPr>
        <p:spPr>
          <a:xfrm>
            <a:off x="2440637" y="3563470"/>
            <a:ext cx="3184714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D6EA86-0A61-4206-A105-ED846FDE3E73}"/>
              </a:ext>
            </a:extLst>
          </p:cNvPr>
          <p:cNvCxnSpPr>
            <a:cxnSpLocks/>
          </p:cNvCxnSpPr>
          <p:nvPr/>
        </p:nvCxnSpPr>
        <p:spPr>
          <a:xfrm flipV="1">
            <a:off x="2454085" y="3361765"/>
            <a:ext cx="0" cy="201705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423307-C41C-6089-6C05-3ECBF43881AA}"/>
              </a:ext>
            </a:extLst>
          </p:cNvPr>
          <p:cNvCxnSpPr>
            <a:cxnSpLocks/>
          </p:cNvCxnSpPr>
          <p:nvPr/>
        </p:nvCxnSpPr>
        <p:spPr>
          <a:xfrm>
            <a:off x="4545106" y="2055644"/>
            <a:ext cx="3839131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013F3AD-1158-50A1-89B0-C1F0004BA9EA}"/>
              </a:ext>
            </a:extLst>
          </p:cNvPr>
          <p:cNvCxnSpPr>
            <a:cxnSpLocks/>
          </p:cNvCxnSpPr>
          <p:nvPr/>
        </p:nvCxnSpPr>
        <p:spPr>
          <a:xfrm>
            <a:off x="8370794" y="4318746"/>
            <a:ext cx="477371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42ADD4-4697-A705-714D-D84C7ADEFFF0}"/>
              </a:ext>
            </a:extLst>
          </p:cNvPr>
          <p:cNvCxnSpPr>
            <a:cxnSpLocks/>
          </p:cNvCxnSpPr>
          <p:nvPr/>
        </p:nvCxnSpPr>
        <p:spPr>
          <a:xfrm flipV="1">
            <a:off x="8370794" y="2069092"/>
            <a:ext cx="0" cy="2249654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C6C0F8E-A6B8-A049-ADB1-5368C1E7BA48}"/>
              </a:ext>
            </a:extLst>
          </p:cNvPr>
          <p:cNvCxnSpPr>
            <a:cxnSpLocks/>
          </p:cNvCxnSpPr>
          <p:nvPr/>
        </p:nvCxnSpPr>
        <p:spPr>
          <a:xfrm>
            <a:off x="2654814" y="2528046"/>
            <a:ext cx="1890292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18268CE-2A07-40E9-2B42-1BB01C17B4A3}"/>
              </a:ext>
            </a:extLst>
          </p:cNvPr>
          <p:cNvCxnSpPr>
            <a:cxnSpLocks/>
          </p:cNvCxnSpPr>
          <p:nvPr/>
        </p:nvCxnSpPr>
        <p:spPr>
          <a:xfrm>
            <a:off x="6864722" y="2711822"/>
            <a:ext cx="1936379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20CFF91-AB94-A9D0-0F34-5CF5D04E44AD}"/>
              </a:ext>
            </a:extLst>
          </p:cNvPr>
          <p:cNvCxnSpPr>
            <a:cxnSpLocks/>
          </p:cNvCxnSpPr>
          <p:nvPr/>
        </p:nvCxnSpPr>
        <p:spPr>
          <a:xfrm flipV="1">
            <a:off x="4556312" y="2039957"/>
            <a:ext cx="0" cy="488089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038" name="Picture 14" descr="CF 2-7k">
            <a:extLst>
              <a:ext uri="{FF2B5EF4-FFF2-40B4-BE49-F238E27FC236}">
                <a16:creationId xmlns:a16="http://schemas.microsoft.com/office/drawing/2014/main" id="{74C151EC-960D-4E8A-66FB-FCDA58DE7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792753">
            <a:off x="3133803" y="2660611"/>
            <a:ext cx="684679" cy="684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54185AC-9D36-EFA5-FA18-1B15A311FD96}"/>
              </a:ext>
            </a:extLst>
          </p:cNvPr>
          <p:cNvCxnSpPr>
            <a:cxnSpLocks/>
          </p:cNvCxnSpPr>
          <p:nvPr/>
        </p:nvCxnSpPr>
        <p:spPr>
          <a:xfrm flipV="1">
            <a:off x="3496314" y="3355041"/>
            <a:ext cx="0" cy="201705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AD808E6-E4F7-E8FA-E6F3-E5CFE20473E6}"/>
              </a:ext>
            </a:extLst>
          </p:cNvPr>
          <p:cNvCxnSpPr>
            <a:cxnSpLocks/>
          </p:cNvCxnSpPr>
          <p:nvPr/>
        </p:nvCxnSpPr>
        <p:spPr>
          <a:xfrm>
            <a:off x="6864722" y="2500390"/>
            <a:ext cx="193637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E691FF4-50C9-5A1D-7E2A-385C9C21BA04}"/>
              </a:ext>
            </a:extLst>
          </p:cNvPr>
          <p:cNvCxnSpPr>
            <a:cxnSpLocks/>
          </p:cNvCxnSpPr>
          <p:nvPr/>
        </p:nvCxnSpPr>
        <p:spPr>
          <a:xfrm>
            <a:off x="8498541" y="4192478"/>
            <a:ext cx="3496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F626C41-6C6B-669B-6CE1-2C20489A9B4B}"/>
              </a:ext>
            </a:extLst>
          </p:cNvPr>
          <p:cNvCxnSpPr>
            <a:cxnSpLocks/>
          </p:cNvCxnSpPr>
          <p:nvPr/>
        </p:nvCxnSpPr>
        <p:spPr>
          <a:xfrm flipV="1">
            <a:off x="8498541" y="2471398"/>
            <a:ext cx="0" cy="173152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AEABDFE-B906-3E05-CB97-59603C423966}"/>
              </a:ext>
            </a:extLst>
          </p:cNvPr>
          <p:cNvCxnSpPr>
            <a:cxnSpLocks/>
          </p:cNvCxnSpPr>
          <p:nvPr/>
        </p:nvCxnSpPr>
        <p:spPr>
          <a:xfrm>
            <a:off x="2055159" y="4196197"/>
            <a:ext cx="643665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7D6E3ED-B078-ABD4-2E9A-3645CE62D312}"/>
              </a:ext>
            </a:extLst>
          </p:cNvPr>
          <p:cNvCxnSpPr>
            <a:cxnSpLocks/>
          </p:cNvCxnSpPr>
          <p:nvPr/>
        </p:nvCxnSpPr>
        <p:spPr>
          <a:xfrm flipV="1">
            <a:off x="2061883" y="2056975"/>
            <a:ext cx="0" cy="21459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2343579-ABBC-1A63-679A-CCF153EDAB4A}"/>
              </a:ext>
            </a:extLst>
          </p:cNvPr>
          <p:cNvSpPr txBox="1"/>
          <p:nvPr/>
        </p:nvSpPr>
        <p:spPr>
          <a:xfrm>
            <a:off x="2479836" y="2964013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1kOm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5223C-0F93-F607-EBDA-32F343F4032D}"/>
              </a:ext>
            </a:extLst>
          </p:cNvPr>
          <p:cNvSpPr txBox="1"/>
          <p:nvPr/>
        </p:nvSpPr>
        <p:spPr>
          <a:xfrm>
            <a:off x="3595940" y="2882615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2kOm</a:t>
            </a:r>
          </a:p>
        </p:txBody>
      </p:sp>
    </p:spTree>
    <p:extLst>
      <p:ext uri="{BB962C8B-B14F-4D97-AF65-F5344CB8AC3E}">
        <p14:creationId xmlns:p14="http://schemas.microsoft.com/office/powerpoint/2010/main" val="2002990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Koprov</dc:creator>
  <cp:lastModifiedBy>Pavel Koprov</cp:lastModifiedBy>
  <cp:revision>2</cp:revision>
  <dcterms:created xsi:type="dcterms:W3CDTF">2025-10-30T00:42:13Z</dcterms:created>
  <dcterms:modified xsi:type="dcterms:W3CDTF">2025-11-02T03:22:26Z</dcterms:modified>
</cp:coreProperties>
</file>